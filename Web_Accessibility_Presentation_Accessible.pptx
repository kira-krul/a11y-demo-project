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linkedin.com/in/kira-krul" TargetMode="External"/><Relationship Id="rId4" Type="http://schemas.openxmlformats.org/officeDocument/2006/relationships/hyperlink" Target="http://github.com/kira-kru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Accessibility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your web development skills to make the world a little better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b="0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 Kira Krul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62"/>
            <a:ext cx="822960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Results of my (slightly unscientific) survey</a:t>
            </a:r>
            <a:r>
              <a:rPr lang="en-US"/>
              <a:t> of 50-80 web developers</a:t>
            </a:r>
            <a:r>
              <a:rPr lang="en-US"/>
              <a:t>, when asked about web accessibility: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2836025"/>
            <a:ext cx="8229600" cy="3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Almost everyone knows </a:t>
            </a:r>
            <a:r>
              <a:rPr i="1" lang="en-US"/>
              <a:t>what</a:t>
            </a:r>
            <a:r>
              <a:rPr lang="en-US"/>
              <a:t> it means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Most people agree that they </a:t>
            </a:r>
            <a:r>
              <a:rPr i="1" lang="en-US"/>
              <a:t>should</a:t>
            </a:r>
            <a:r>
              <a:rPr lang="en-US"/>
              <a:t> use good accessibility practices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Almost none of those surveyed knew </a:t>
            </a:r>
            <a:r>
              <a:rPr i="1" lang="en-US"/>
              <a:t>how</a:t>
            </a:r>
            <a:r>
              <a:rPr lang="en-US"/>
              <a:t> to do it, or assumed they got it for free just by using HTML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Plan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1. Get ~130 developers in a room with me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2. Make it too socially awkward for you to leave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3. Talk about accessibility until I'm kicked out, or until I finish the talk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4. ???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5. A few developers will make websites better for everyone!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• According to research, 1 in 4 people have a disability that affects their use of the web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• You personally might join them as you get older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• It's good for business (see resources below)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• They're people, and they deserve to be able to use the web like everyone else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QR code linking to web accessibility statistics. URL: https://www.skynettechnologies.com/blog/web-accessibility-statistics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11480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2286000" y="411480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Accessibility Statistics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https://www.skynettechnologies.com/blog/web-accessibility-statistics</a:t>
            </a:r>
            <a:endParaRPr/>
          </a:p>
        </p:txBody>
      </p:sp>
      <p:pic>
        <p:nvPicPr>
          <p:cNvPr descr="QR code linking to W3C article about business benefits of accessibility. URL: https://www.w3.org/WAI/business-case/" id="106" name="Google Shape;1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411480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4572000" y="566928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Benefits (W3C)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https://www.w3.org/WAI/business-case/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WCAG Quick Reference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R code linking to WCAG 2.2 Quick Reference guide. URL: https://www.w3.org/WAI/WCAG22/quickref/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22860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1371600" y="530352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WCAG 2.2 Quick Reference Guide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https://www.w3.org/WAI/WCAG22/quickref/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Things I Learned While Researching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Twitter has hotkeys like j/k for moving to next/previous tweet or l to like. As a vim user, I find it delightful, but unfortunately it breaks Success Criterion 2.1.4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Some suggested techniques by WCAG are absolutely ancient. For example, the JavaScript code for SCR33 reads like it was written by a caveman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Unskippable ads are unfortunately allowed. The X button needs to be at least 24×24 pixels for AA or 44×44 for AAA, but otherwise they're explicitly mentioned in the standard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The example code for the demo was almost completely created by Claude. I never mentioned accessibility to it, so if you wondered how much it cares by default, you've just seen it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me at: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b="0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LinkedIn: </a:t>
            </a:r>
            <a:r>
              <a:rPr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linkedin.com/in/kira-krul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GitHub: </a:t>
            </a:r>
            <a:r>
              <a:rPr b="0"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github.com/kira-krul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